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6754E-779B-7456-C8ED-6CC5E887C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B2721F-54F0-DA37-6A57-6D28067534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3B22C-326B-746A-A8A9-9871930C4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52F66-EBD4-CFEC-5135-DAEA6E15E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8E0E8-FE29-CE87-F214-11BDFCEE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8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6411-5FC6-7379-38C4-BCFA85BA7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DB721-64BB-25AC-D7CE-7E95FB944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09AE3-5667-5DC0-8A18-644E5F492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DA9E1-4677-E7A0-BA77-313CD344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25F6C-1650-D239-E373-34F5FCE2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8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8C95F-3BD0-F6DE-956C-676193C7D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68D33-3816-A133-0B03-DE40FC2A1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B2C4A-3C6A-C5B0-C623-52938CBCA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08EC8-C74C-550C-3F26-DAA4C0961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A1AF-E837-682D-04AB-34A542942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05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7870-DB25-0ED3-0112-7F6614C80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8508-81E8-FF57-0F71-EB0D8A7089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1823F-04B9-A7E9-C849-A26F787EC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CC5828-9DF4-BD9E-66AC-59EE96183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F6B718-7F69-C9A2-D484-C0E6A3ED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0252B-4C4D-ED0A-EDE8-0A9F3145E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5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12B7-53A1-AAFF-4494-61B022C15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7D72B-363A-5AC0-129D-B12B32F48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3B845-58DB-633A-BDF2-BBE2C38A7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2675F3-D211-03F1-17EC-F277657D07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9E8264-1768-FA6E-3209-2823952041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88F035-5A3E-82B6-BE4B-4426CC34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3D2B07-E437-D6DB-1634-0F959FE59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EDCC09-0E04-A6A3-C5A5-D595244B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378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92697-EBD8-F29E-9B04-2FF7B1645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838E5-8111-1F3B-7BEC-ABCE4DD4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3D536-FCAA-28F9-507B-6734A21B6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5E15B-8BE9-E934-784D-15BBCD993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38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19223-43C9-343F-3309-FB4A2537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808700-7723-C5AD-224B-26EAF539D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EF272-237C-F0AC-4427-57EADC864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45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BD604-3FD4-7999-4A8E-7DAD3845D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61425-2CDA-A0A5-4DCC-A8FF1ACC4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0215A-4F83-622C-7386-903F16D439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70759C-6C4C-6D88-A944-B4C95C616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2CA05-BEA4-5A2F-E8BB-9E3036C71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AABCA-9C13-83AE-ADB5-90AA253D1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C07A4-C6A0-7930-ABDD-2FB02FA72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52F09-B338-D542-AFFE-361E72A98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65B50-5C1F-5E43-BB40-592792C29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EE973-B143-A2D3-8552-186E06F9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C98C3-D209-8800-939F-AFD0B9181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6C1D99-8D78-C73E-62A8-C7DD95D5E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7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2086-1FBF-1AB7-F625-9395E279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4DE6C1-1297-6198-7BA4-1543FEDA6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466D3-8B8D-5FFB-C596-9E539BD9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66B0A-367C-BD35-5B3B-30B0415D4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2008C-EB3D-ABCD-7CB2-0F509723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1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1D53BB-B9C3-BD19-F1AF-CA45A1191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0959B-6CCA-5DEA-8237-7D4FC61CB5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1AF8F-FB3E-62A6-E999-1BB9C6D95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5C54F-4775-3EF0-A956-EB089748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362D5-0CDB-9CC9-CD58-6C792CF4E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14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7FA0C7-EB7B-F386-86CB-41AC95B1D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4A506-4341-DB34-3851-D8329B105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2AF14-DE56-60A3-43B6-A2CD68749E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FB5308-0BE3-4DA0-B697-91D1CB1B7C72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57891-9F50-3902-09C4-A7028B0C7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AFE52-25BF-5901-D2F7-F4F148A4F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D490A1-0A5A-43B2-A504-472370F84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96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F77AB-C7FE-8460-2DAC-07100469A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on 1">
            <a:extLst>
              <a:ext uri="{FF2B5EF4-FFF2-40B4-BE49-F238E27FC236}">
                <a16:creationId xmlns:a16="http://schemas.microsoft.com/office/drawing/2014/main" id="{00186A92-5D91-2839-9425-F094C25E15DF}"/>
              </a:ext>
            </a:extLst>
          </p:cNvPr>
          <p:cNvSpPr/>
          <p:nvPr/>
        </p:nvSpPr>
        <p:spPr>
          <a:xfrm>
            <a:off x="4566046" y="1539305"/>
            <a:ext cx="918085" cy="1904870"/>
          </a:xfrm>
          <a:prstGeom prst="moon">
            <a:avLst>
              <a:gd name="adj" fmla="val 18707"/>
            </a:avLst>
          </a:prstGeom>
          <a:gradFill>
            <a:gsLst>
              <a:gs pos="56000">
                <a:srgbClr val="A67124"/>
              </a:gs>
              <a:gs pos="42000">
                <a:srgbClr val="CC99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oon 4">
            <a:extLst>
              <a:ext uri="{FF2B5EF4-FFF2-40B4-BE49-F238E27FC236}">
                <a16:creationId xmlns:a16="http://schemas.microsoft.com/office/drawing/2014/main" id="{27DBDAEC-CF6D-AC2E-2FF3-EF779FAB192C}"/>
              </a:ext>
            </a:extLst>
          </p:cNvPr>
          <p:cNvSpPr/>
          <p:nvPr/>
        </p:nvSpPr>
        <p:spPr>
          <a:xfrm flipH="1">
            <a:off x="5484258" y="1537200"/>
            <a:ext cx="963263" cy="1904870"/>
          </a:xfrm>
          <a:prstGeom prst="moon">
            <a:avLst>
              <a:gd name="adj" fmla="val 18707"/>
            </a:avLst>
          </a:prstGeom>
          <a:gradFill>
            <a:gsLst>
              <a:gs pos="56000">
                <a:srgbClr val="A67124"/>
              </a:gs>
              <a:gs pos="42000">
                <a:srgbClr val="CC99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D1A9E-BA3C-7136-CDD0-12851D691703}"/>
              </a:ext>
            </a:extLst>
          </p:cNvPr>
          <p:cNvSpPr txBox="1"/>
          <p:nvPr/>
        </p:nvSpPr>
        <p:spPr>
          <a:xfrm>
            <a:off x="3865183" y="3429000"/>
            <a:ext cx="3145536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ln w="0">
                  <a:noFill/>
                </a:ln>
                <a:gradFill>
                  <a:gsLst>
                    <a:gs pos="66000">
                      <a:srgbClr val="CC9900"/>
                    </a:gs>
                    <a:gs pos="39000">
                      <a:srgbClr val="A67124"/>
                    </a:gs>
                  </a:gsLst>
                  <a:lin ang="5400000" scaled="1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</a:rPr>
              <a:t>OZEE’S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9D316D0-0D25-6A66-56F0-E8417486E32A}"/>
              </a:ext>
            </a:extLst>
          </p:cNvPr>
          <p:cNvCxnSpPr/>
          <p:nvPr/>
        </p:nvCxnSpPr>
        <p:spPr>
          <a:xfrm>
            <a:off x="3865183" y="4375387"/>
            <a:ext cx="3514025" cy="0"/>
          </a:xfrm>
          <a:prstGeom prst="line">
            <a:avLst/>
          </a:prstGeom>
          <a:ln>
            <a:gradFill>
              <a:gsLst>
                <a:gs pos="83000">
                  <a:srgbClr val="CC9900"/>
                </a:gs>
                <a:gs pos="100000">
                  <a:srgbClr val="996633"/>
                </a:gs>
              </a:gsLst>
              <a:lin ang="5400000" scaled="1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lowchart: Decision 13">
            <a:extLst>
              <a:ext uri="{FF2B5EF4-FFF2-40B4-BE49-F238E27FC236}">
                <a16:creationId xmlns:a16="http://schemas.microsoft.com/office/drawing/2014/main" id="{79F70C13-DBF1-B8A3-E2BE-A012CE786906}"/>
              </a:ext>
            </a:extLst>
          </p:cNvPr>
          <p:cNvSpPr/>
          <p:nvPr/>
        </p:nvSpPr>
        <p:spPr>
          <a:xfrm>
            <a:off x="5164995" y="4307148"/>
            <a:ext cx="914400" cy="136479"/>
          </a:xfrm>
          <a:prstGeom prst="flowChartDecision">
            <a:avLst/>
          </a:prstGeom>
          <a:gradFill>
            <a:gsLst>
              <a:gs pos="14000">
                <a:srgbClr val="996633"/>
              </a:gs>
              <a:gs pos="50000">
                <a:srgbClr val="CC9900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D74A2F3-E4D3-7D03-DF5E-9A2D4CEF2686}"/>
              </a:ext>
            </a:extLst>
          </p:cNvPr>
          <p:cNvSpPr/>
          <p:nvPr/>
        </p:nvSpPr>
        <p:spPr>
          <a:xfrm flipH="1">
            <a:off x="4950688" y="1535095"/>
            <a:ext cx="1691195" cy="1904870"/>
          </a:xfrm>
          <a:prstGeom prst="ellipse">
            <a:avLst/>
          </a:prstGeom>
          <a:noFill/>
          <a:ln>
            <a:gradFill>
              <a:gsLst>
                <a:gs pos="0">
                  <a:srgbClr val="A67124"/>
                </a:gs>
                <a:gs pos="36000">
                  <a:srgbClr val="CC9900"/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219664-1069-9A5C-5F61-55AE32A0A487}"/>
              </a:ext>
            </a:extLst>
          </p:cNvPr>
          <p:cNvSpPr txBox="1"/>
          <p:nvPr/>
        </p:nvSpPr>
        <p:spPr>
          <a:xfrm>
            <a:off x="4410902" y="4499166"/>
            <a:ext cx="4073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rgbClr val="CC9900"/>
                </a:solidFill>
                <a:latin typeface="Goudy Old Style" panose="02020502050305020303" pitchFamily="18" charset="0"/>
                <a:cs typeface="Cavolini" panose="03000502040302020204" pitchFamily="66" charset="0"/>
              </a:rPr>
              <a:t>Crafted With Love |  Made Like Home</a:t>
            </a:r>
          </a:p>
        </p:txBody>
      </p:sp>
    </p:spTree>
    <p:extLst>
      <p:ext uri="{BB962C8B-B14F-4D97-AF65-F5344CB8AC3E}">
        <p14:creationId xmlns:p14="http://schemas.microsoft.com/office/powerpoint/2010/main" val="3576165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Baskerville Old Face</vt:lpstr>
      <vt:lpstr>Goudy Old Style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Chaturvedi, Neha</dc:creator>
  <cp:lastModifiedBy>Chaturvedi, Neha</cp:lastModifiedBy>
  <cp:revision>1</cp:revision>
  <dcterms:created xsi:type="dcterms:W3CDTF">2026-08-10T06:14:12Z</dcterms:created>
  <dcterms:modified xsi:type="dcterms:W3CDTF">2026-08-10T06:14:12Z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2026-08-10T06:14:12Z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e668493e-037d-4912-8660-43df43520363</vt:lpwstr>
  </property>
  <property fmtid="{D5CDD505-2E9C-101B-9397-08002B2CF9AE}" pid="8" name="MSIP_Label_68104b14-b53d-46de-9ae8-975cc0e84815_ContentBits">
    <vt:lpwstr>0</vt:lpwstr>
  </property>
  <property fmtid="{D5CDD505-2E9C-101B-9397-08002B2CF9AE}" pid="9" name="MSIP_Label_68104b14-b53d-46de-9ae8-975cc0e84815_Tag">
    <vt:lpwstr>10, 3, 0, 1</vt:lpwstr>
  </property>
</Properties>
</file>